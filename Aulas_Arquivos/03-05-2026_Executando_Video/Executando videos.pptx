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08" r:id="rId3"/>
    <p:sldId id="309" r:id="rId4"/>
    <p:sldId id="310" r:id="rId5"/>
    <p:sldId id="311" r:id="rId6"/>
    <p:sldId id="312" r:id="rId7"/>
    <p:sldId id="313" r:id="rId8"/>
    <p:sldId id="356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57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8" r:id="rId33"/>
    <p:sldId id="336" r:id="rId34"/>
    <p:sldId id="337" r:id="rId35"/>
    <p:sldId id="339" r:id="rId36"/>
    <p:sldId id="358" r:id="rId37"/>
    <p:sldId id="359" r:id="rId38"/>
    <p:sldId id="340" r:id="rId39"/>
    <p:sldId id="341" r:id="rId40"/>
    <p:sldId id="342" r:id="rId41"/>
    <p:sldId id="343" r:id="rId42"/>
    <p:sldId id="344" r:id="rId43"/>
    <p:sldId id="345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093F6-414F-442D-8CCB-999744EE1683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144C1-2CBA-40CE-8D95-3868DA0BFA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8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144C1-2CBA-40CE-8D95-3868DA0BFAF0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77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416C1-27DA-6BD1-CE68-0DDC1BC5F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7B4200-15E7-2CB7-D556-BB58B3A46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AE06D3-410C-976E-8B9D-A5AE95BD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60A25C-1222-DADB-BE4F-755D2895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84BFED-F7E7-C611-CCDF-665C763A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19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5A0FC-EC1C-A140-DE6F-38F3743B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D25AF-27B4-B215-7F89-2D375B5C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346A0-F04D-08F2-AB90-4AA007C3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0E3A7-92CD-F335-13D7-A0D38221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1DA216-DE13-EF03-9AD9-5BE7B802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50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97BED-F52E-867A-0C77-D88639ED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ED215E-ADC2-630F-CB09-67BBE671D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FF0D6-6653-BED0-0A0C-EE1494D4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6D89F-BE14-6217-6762-AA0056F8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AFB6B5-D653-DF6A-139D-938FC8BA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277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4A211-97E9-FC5C-1A75-6AFEBAED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870AD-F4D8-8A70-9538-95DB22FD7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CA34C9-F3BF-1688-AED1-EF9E27E8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BD3D5D-AB7D-1126-4E3C-90C957C0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96BA5A-4D27-B6F4-1C3B-55B04390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A0658A-A15A-024C-DB6B-163EF23F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10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A1315-7066-D6EC-4D3F-B8230EB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90BF36-3962-2796-9234-AA07F7FE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8EC7FA-34F9-745A-6226-5EF8FEDB7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4931FC-CE3A-5A1B-954A-B43CF5E67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D757D6-AD9E-6C74-9771-8DAA25C2C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5A73AC-68CA-03B8-8D86-C30F8081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90F1C5-C182-0821-2108-9AACB811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D9958A-6AAF-17A3-CC3C-2D9C82C6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29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89162-8E43-CF70-35B9-5A6EC32B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D4F789-5DDB-C096-BF00-1DAE9A1E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589443-449E-8B45-F62D-C7A4DE23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D1B699-0914-0886-DA29-F23762A9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34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869499-4C78-C30C-78E3-9A004F7A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F30D5D-8ABC-0153-1AC2-07D0E81B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37EC7F-2E10-8483-FA3D-3629AFC6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25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77530-37F4-977A-373D-A247E4BC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C5E5F-4406-C057-9D2C-B40EE32E9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5716C7-0C9F-BD3F-CA4A-99CF3E882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510F5E-28B9-1D26-635B-51659F6B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6448A8-CEDE-4FF1-1591-223B8E1C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289089-696B-DB22-658B-F44D4FE8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91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F323D-720B-C1A8-BC6D-8664CE4F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D0E5B2-157F-8685-BB20-27D4AF283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266DC0-1F0A-E31E-74B3-E6FA50C03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39CF23-9BE6-C8A0-CB81-1AA0F320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0D97E-1892-FFEE-1156-F106181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18B8EF-76E3-5F9E-3C49-B7810756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47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40FDF-4270-E59C-31BE-6E2B4F06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47B3B9-A05C-69D5-ED2A-10A328882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09EA72-00A4-C98E-EE00-927444E1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251426-B2B0-7679-1249-4BD2D41A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E491D-37AB-7C5D-76D9-20C2F7B9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09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0158BE-D1C1-101B-7A04-E42BF9950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460C85-F202-B6BA-B92E-51E494E0C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578FF1-71AF-65C7-B430-013BDCCC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E2B4A-A80A-EFE8-A922-77592828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0317A-1E0C-49CF-6AD8-D737C918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8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0C5AE0-7EEF-1238-05BA-47999DE7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0D663C-31CA-F6DC-FA8C-4A1B41385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4B548-53D0-CB24-9738-2C105DB6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D5698-BAE0-4BBA-AA9F-794CD5968B92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F81D0-DF12-EFA1-2058-59156C3F3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BDFA46-9566-3FF9-EB7E-3F02217CE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09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3FCC0-15EA-3DE0-67AC-B5A4ACFB2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Trabalhando com vídeos.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23658D-3B35-7F05-5CB9-8AE39443B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pt-BR" dirty="0">
                <a:solidFill>
                  <a:srgbClr val="0070C0"/>
                </a:solidFill>
              </a:rPr>
              <a:t>https://www.udemy.com/course/curso-de-desenvolvimento-android-oreo/learn/lecture/8556020#overview</a:t>
            </a:r>
          </a:p>
        </p:txBody>
      </p:sp>
    </p:spTree>
    <p:extLst>
      <p:ext uri="{BB962C8B-B14F-4D97-AF65-F5344CB8AC3E}">
        <p14:creationId xmlns:p14="http://schemas.microsoft.com/office/powerpoint/2010/main" val="349665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B76B-8EB2-6831-3396-BF6F6BA1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6A329-296B-BD33-E117-FFBA8CBE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457D2B-4B2F-8241-F943-41A6840457B0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aprender trabalhar com vídeos, vamos criar essa interface onde temos na tela inicial os detalhes do filme, e ao clicar em play, ele muda para o modo retrato e mostra as teclas play, pause, 	avançar e retroceder, para controlar o vídeo.</a:t>
            </a:r>
          </a:p>
        </p:txBody>
      </p:sp>
      <p:pic>
        <p:nvPicPr>
          <p:cNvPr id="4" name="Espaço Reservado para Conteúdo 3" descr="Celular com tela ligada&#10;&#10;O conteúdo gerado por IA pode estar incorreto.">
            <a:extLst>
              <a:ext uri="{FF2B5EF4-FFF2-40B4-BE49-F238E27FC236}">
                <a16:creationId xmlns:a16="http://schemas.microsoft.com/office/drawing/2014/main" id="{5278F7BC-EF00-5836-38AD-024571068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2315554" cy="4351338"/>
          </a:xfrm>
          <a:prstGeom prst="rect">
            <a:avLst/>
          </a:prstGeom>
        </p:spPr>
      </p:pic>
      <p:pic>
        <p:nvPicPr>
          <p:cNvPr id="7" name="Imagem 6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2C09B6A6-D800-B081-2FFB-AE9E6837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413" y="2071758"/>
            <a:ext cx="5238327" cy="284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7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3C6B-38D2-D5A6-E471-750C9468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6BFCF-F65B-C48C-7810-F3EEBD1A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B1C25C-08DF-563B-61A8-9CCAE06A1F9C}"/>
              </a:ext>
            </a:extLst>
          </p:cNvPr>
          <p:cNvSpPr txBox="1"/>
          <p:nvPr/>
        </p:nvSpPr>
        <p:spPr>
          <a:xfrm>
            <a:off x="8975399" y="1320799"/>
            <a:ext cx="28247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Crie o projeto em </a:t>
            </a:r>
            <a:r>
              <a:rPr lang="pt-BR" dirty="0" err="1"/>
              <a:t>java</a:t>
            </a:r>
            <a:r>
              <a:rPr lang="pt-BR" dirty="0"/>
              <a:t> lembrando que não pode conter acento na palavra vídeos.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331C49D0-29D5-E864-0D8C-8F00013FD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9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E41F-BE45-7F54-5F69-BB730987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5FDC6-89E1-BFD8-253B-40E1B9A5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70B28B-0D7F-242C-223A-6E008FFE8A78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projeto conta com imagens e vídeo. Já sabemos que as imagens tem que ser </a:t>
            </a:r>
            <a:r>
              <a:rPr lang="pt-BR" dirty="0" err="1"/>
              <a:t>copiads</a:t>
            </a:r>
            <a:r>
              <a:rPr lang="pt-BR" dirty="0"/>
              <a:t> para a pasta </a:t>
            </a:r>
            <a:r>
              <a:rPr lang="pt-BR" b="1" dirty="0" err="1"/>
              <a:t>drawable</a:t>
            </a:r>
            <a:r>
              <a:rPr lang="pt-BR" b="1" dirty="0"/>
              <a:t>.</a:t>
            </a:r>
          </a:p>
          <a:p>
            <a:r>
              <a:rPr lang="pt-BR" dirty="0"/>
              <a:t>Já o vídeo tem que criar uma pasta do tipo </a:t>
            </a:r>
            <a:r>
              <a:rPr lang="pt-BR" b="1" dirty="0" err="1"/>
              <a:t>raw</a:t>
            </a:r>
            <a:r>
              <a:rPr lang="pt-BR" b="1" dirty="0"/>
              <a:t> </a:t>
            </a:r>
            <a:r>
              <a:rPr lang="pt-BR" dirty="0"/>
              <a:t>dentro da pasta res e copiar o vídeo pra dentro dela.</a:t>
            </a:r>
          </a:p>
        </p:txBody>
      </p:sp>
      <p:pic>
        <p:nvPicPr>
          <p:cNvPr id="4" name="Espaço Reservado para Conteúdo 3" descr="Interface gráfica do usuário, Aplicativo, Word&#10;&#10;O conteúdo gerado por IA pode estar incorreto.">
            <a:extLst>
              <a:ext uri="{FF2B5EF4-FFF2-40B4-BE49-F238E27FC236}">
                <a16:creationId xmlns:a16="http://schemas.microsoft.com/office/drawing/2014/main" id="{E419E07F-CEF1-C0B6-394B-4C74F9F29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2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43F40-6437-1F18-D3EE-DBF3009E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32D9E-64BB-C3ED-F359-54EFB9D4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A43A08-2C5D-502D-B30E-4FDC050F970E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Arquivos de imagem copiados para a pasta </a:t>
            </a:r>
            <a:r>
              <a:rPr lang="pt-BR" dirty="0" err="1"/>
              <a:t>drawable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A060FB3-6AA0-1878-8D0B-735BD57FB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5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7A4D-8E95-E463-D71C-1A713232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0462-F60D-3732-6B82-8CAA7DC9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28BC47-ECF9-9430-AC1D-9E4DF4118D12}"/>
              </a:ext>
            </a:extLst>
          </p:cNvPr>
          <p:cNvSpPr txBox="1"/>
          <p:nvPr/>
        </p:nvSpPr>
        <p:spPr>
          <a:xfrm>
            <a:off x="8975399" y="1320799"/>
            <a:ext cx="28247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Criar a pasta </a:t>
            </a:r>
            <a:r>
              <a:rPr lang="pt-BR" dirty="0" err="1"/>
              <a:t>raw</a:t>
            </a:r>
            <a:r>
              <a:rPr lang="pt-BR" dirty="0"/>
              <a:t>:</a:t>
            </a:r>
          </a:p>
          <a:p>
            <a:r>
              <a:rPr lang="pt-BR" dirty="0" err="1"/>
              <a:t>Botao</a:t>
            </a:r>
            <a:r>
              <a:rPr lang="pt-BR" dirty="0"/>
              <a:t> direito sobre a pasta </a:t>
            </a:r>
            <a:r>
              <a:rPr lang="pt-BR" b="1" dirty="0"/>
              <a:t>res, new </a:t>
            </a:r>
            <a:r>
              <a:rPr lang="pt-BR" b="1" dirty="0" err="1"/>
              <a:t>android</a:t>
            </a:r>
            <a:r>
              <a:rPr lang="pt-BR" b="1" dirty="0"/>
              <a:t> </a:t>
            </a:r>
            <a:r>
              <a:rPr lang="pt-BR" b="1" dirty="0" err="1"/>
              <a:t>resource</a:t>
            </a:r>
            <a:r>
              <a:rPr lang="pt-BR" b="1" dirty="0"/>
              <a:t> </a:t>
            </a:r>
            <a:r>
              <a:rPr lang="pt-BR" b="1" dirty="0" err="1"/>
              <a:t>directory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9232FBE8-9927-590F-1C6C-5F86E5DFC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8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B633-FF64-AC5E-5DBC-4F710EDF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347AB-FF00-C5E9-F427-F1923665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CA1741-B487-6466-1A52-E97A61F6253F}"/>
              </a:ext>
            </a:extLst>
          </p:cNvPr>
          <p:cNvSpPr txBox="1"/>
          <p:nvPr/>
        </p:nvSpPr>
        <p:spPr>
          <a:xfrm>
            <a:off x="8975399" y="1320799"/>
            <a:ext cx="28247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Selecione </a:t>
            </a:r>
            <a:r>
              <a:rPr lang="pt-BR" b="1" dirty="0" err="1"/>
              <a:t>raw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E0D0EF77-2B6F-1C7C-2ED5-6DA2C77B4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1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0BE2-38D9-8A7B-1E6E-C8E22AC9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7B09D-5A88-B4F8-4879-09DE3918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30E2C1-85A3-69AB-B61A-A84D09788016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fazer essa tela, vamos precisar de </a:t>
            </a:r>
          </a:p>
          <a:p>
            <a:r>
              <a:rPr lang="pt-BR" dirty="0"/>
              <a:t>2 </a:t>
            </a:r>
            <a:r>
              <a:rPr lang="pt-BR" dirty="0" err="1"/>
              <a:t>ImageView</a:t>
            </a:r>
            <a:endParaRPr lang="pt-BR" dirty="0"/>
          </a:p>
          <a:p>
            <a:r>
              <a:rPr lang="pt-BR" dirty="0"/>
              <a:t>3 </a:t>
            </a:r>
            <a:r>
              <a:rPr lang="pt-BR" dirty="0" err="1"/>
              <a:t>TextView</a:t>
            </a:r>
            <a:endParaRPr lang="pt-BR" dirty="0"/>
          </a:p>
          <a:p>
            <a:r>
              <a:rPr lang="pt-BR" dirty="0"/>
              <a:t>1 </a:t>
            </a:r>
            <a:r>
              <a:rPr lang="pt-BR" dirty="0" err="1"/>
              <a:t>RatingBar</a:t>
            </a:r>
            <a:r>
              <a:rPr lang="pt-BR" dirty="0"/>
              <a:t> (classificação)</a:t>
            </a:r>
          </a:p>
          <a:p>
            <a:r>
              <a:rPr lang="pt-BR" dirty="0"/>
              <a:t>Mudar a cor de fundo do layout para cinza escuro</a:t>
            </a:r>
          </a:p>
          <a:p>
            <a:r>
              <a:rPr lang="pt-BR" dirty="0"/>
              <a:t>Mudar a cor das letras para branco</a:t>
            </a:r>
          </a:p>
          <a:p>
            <a:r>
              <a:rPr lang="pt-BR" dirty="0"/>
              <a:t>Aumentar o tamanho do titulo.</a:t>
            </a:r>
          </a:p>
        </p:txBody>
      </p:sp>
      <p:pic>
        <p:nvPicPr>
          <p:cNvPr id="8" name="Espaço Reservado para Conteúdo 7" descr="Texto&#10;&#10;O conteúdo gerado por IA pode estar incorreto.">
            <a:extLst>
              <a:ext uri="{FF2B5EF4-FFF2-40B4-BE49-F238E27FC236}">
                <a16:creationId xmlns:a16="http://schemas.microsoft.com/office/drawing/2014/main" id="{FB631013-6767-6A6B-E6CD-306CA3B35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6218" y="194280"/>
            <a:ext cx="3058280" cy="646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8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EDBB-7F79-D706-6372-E7A320A2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C7011-E0AF-96DE-7D76-97517200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83D0CC-C723-A461-7EAB-C4F464722073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Comece arrastando um </a:t>
            </a:r>
            <a:r>
              <a:rPr lang="pt-BR" b="1" dirty="0" err="1"/>
              <a:t>ImageView</a:t>
            </a:r>
            <a:r>
              <a:rPr lang="pt-BR" b="1" dirty="0"/>
              <a:t> </a:t>
            </a:r>
            <a:r>
              <a:rPr lang="pt-BR" dirty="0"/>
              <a:t> e escolha o </a:t>
            </a:r>
            <a:r>
              <a:rPr lang="pt-BR" dirty="0" err="1"/>
              <a:t>src</a:t>
            </a:r>
            <a:r>
              <a:rPr lang="pt-BR" dirty="0"/>
              <a:t> como fundo.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4B0B255-8758-5EAB-3BED-165156A1C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7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A06D-E572-99A0-5C04-87B74E19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A9738-745F-EAE6-ACA9-F3D56160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887451-D830-CC95-DA8E-6D34D5C3F99D}"/>
              </a:ext>
            </a:extLst>
          </p:cNvPr>
          <p:cNvSpPr txBox="1"/>
          <p:nvPr/>
        </p:nvSpPr>
        <p:spPr>
          <a:xfrm>
            <a:off x="8903962" y="751344"/>
            <a:ext cx="2824715" cy="53553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Coloque os atributos altura como 200dp e largura como </a:t>
            </a:r>
            <a:r>
              <a:rPr lang="pt-BR" dirty="0" err="1"/>
              <a:t>match_parent</a:t>
            </a:r>
            <a:r>
              <a:rPr lang="pt-BR" dirty="0"/>
              <a:t>.</a:t>
            </a:r>
          </a:p>
          <a:p>
            <a:r>
              <a:rPr lang="pt-BR" dirty="0"/>
              <a:t>Isso fara o </a:t>
            </a:r>
            <a:r>
              <a:rPr lang="pt-BR" b="1" i="1" dirty="0" err="1"/>
              <a:t>ImageView</a:t>
            </a:r>
            <a:r>
              <a:rPr lang="pt-BR" b="1" i="1" dirty="0"/>
              <a:t> </a:t>
            </a:r>
            <a:r>
              <a:rPr lang="pt-BR" i="1" dirty="0"/>
              <a:t> dentro de onde esta a imagem, ocupar toda a largura da tela.</a:t>
            </a:r>
          </a:p>
          <a:p>
            <a:r>
              <a:rPr lang="pt-BR" dirty="0"/>
              <a:t>O </a:t>
            </a:r>
            <a:r>
              <a:rPr lang="pt-BR" b="1" dirty="0" err="1"/>
              <a:t>ConstraintLayout</a:t>
            </a:r>
            <a:r>
              <a:rPr lang="pt-BR" b="1" dirty="0"/>
              <a:t> </a:t>
            </a:r>
            <a:r>
              <a:rPr lang="pt-BR" dirty="0"/>
              <a:t>precisa sempre de pelo menos uma ancora horizontal e outra vertical para segurar o elemento na posição.</a:t>
            </a:r>
          </a:p>
          <a:p>
            <a:r>
              <a:rPr lang="pt-BR" dirty="0"/>
              <a:t>Quando usamos o </a:t>
            </a:r>
            <a:r>
              <a:rPr lang="pt-BR" dirty="0" err="1"/>
              <a:t>match_parent</a:t>
            </a:r>
            <a:r>
              <a:rPr lang="pt-BR" dirty="0"/>
              <a:t>, temos que ancorar a esquerda e a direita também para esticar o elemento. 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99E3C491-394A-5F72-071B-8ABBA974D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90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6644-A740-E28D-B201-AAECA7DB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8B282-83C3-B3CF-7E0A-5B838552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014F8F-5EE5-26F3-071F-C076E45B7E00}"/>
              </a:ext>
            </a:extLst>
          </p:cNvPr>
          <p:cNvSpPr txBox="1"/>
          <p:nvPr/>
        </p:nvSpPr>
        <p:spPr>
          <a:xfrm>
            <a:off x="8975399" y="1320799"/>
            <a:ext cx="2824715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criar as ancoras, clique no sinal de + e escolha 0 para deixar sem margem nenhuma.</a:t>
            </a:r>
          </a:p>
          <a:p>
            <a:r>
              <a:rPr lang="pt-BR" dirty="0"/>
              <a:t>O elemento vai ficar colado em cima, a esquerda e a direita.</a:t>
            </a:r>
          </a:p>
          <a:p>
            <a:r>
              <a:rPr lang="pt-BR" dirty="0"/>
              <a:t>Tem uma margem a esquerda e a direita, mas não eh do elemento. Eh que a imagem ficou pequena.</a:t>
            </a:r>
          </a:p>
          <a:p>
            <a:r>
              <a:rPr lang="pt-BR" dirty="0"/>
              <a:t>Podemos ajustar a imagem ao tamanho do elemento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0BFD8577-4A75-3DAB-C173-1FBC3A56A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25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4C27-1802-DFD8-2C0B-B70EEA26E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CA72-A729-6CE1-9762-7BD80833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CFE6B2-35EC-7438-4936-09500BFBC662}"/>
              </a:ext>
            </a:extLst>
          </p:cNvPr>
          <p:cNvSpPr txBox="1"/>
          <p:nvPr/>
        </p:nvSpPr>
        <p:spPr>
          <a:xfrm>
            <a:off x="8975399" y="1320799"/>
            <a:ext cx="282471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scaleType</a:t>
            </a:r>
            <a:r>
              <a:rPr lang="pt-BR" dirty="0"/>
              <a:t> tem ferramentas para ajustar a imagem. </a:t>
            </a:r>
          </a:p>
          <a:p>
            <a:r>
              <a:rPr lang="pt-BR" dirty="0" err="1"/>
              <a:t>CenterCrop</a:t>
            </a:r>
            <a:r>
              <a:rPr lang="pt-BR" dirty="0"/>
              <a:t> ajusta a imagem a partir do centro dela e corta os excessos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E734568-2E5D-AAD3-97A1-DBD4FF93D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7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BC15-255C-DD22-5CF0-DA1FB501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52B5-D563-9D0A-6A1E-ED2FD9F7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60C666-2B8E-7490-B255-0348A8308F2B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Ajustamos a imagem no topo e ocupando toda extensão da tela.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A4A3ADD-97FA-23CC-6E29-E1F3E9E49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8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2B3D-AB88-42DD-2EE1-9803CB16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E82FE-344D-0C7A-DC41-EB6ABF20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6D53F8-D54A-D08C-9BE6-5861DD50A118}"/>
              </a:ext>
            </a:extLst>
          </p:cNvPr>
          <p:cNvSpPr txBox="1"/>
          <p:nvPr/>
        </p:nvSpPr>
        <p:spPr>
          <a:xfrm>
            <a:off x="8975399" y="1320799"/>
            <a:ext cx="2824715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vamos colocando atributos, o Android vai escrevendo no script.xml </a:t>
            </a:r>
          </a:p>
          <a:p>
            <a:r>
              <a:rPr lang="pt-BR" dirty="0"/>
              <a:t>Por enquanto estamos usando o modo design para desenhar a tela, mas eh importante aprendermos a digitar, pois acaba sendo muito mais rápido no design, os atributos estão em ordem alfabética, e temos que ficar descendo e subindo o </a:t>
            </a:r>
            <a:r>
              <a:rPr lang="pt-BR" dirty="0" err="1"/>
              <a:t>scrool</a:t>
            </a:r>
            <a:r>
              <a:rPr lang="pt-BR" dirty="0"/>
              <a:t> para localizar os elementos.</a:t>
            </a:r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051A2F7-3FFD-0678-89C1-320ADBE6E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0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0822-6A68-7514-AF7A-0DBA67D1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0035-01D4-CB8B-8786-D9B7C085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8E304E-FD56-E3D7-2272-D0D40BC59DE1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exemplo, para colocar a cor de fundo no layout, poderia selecionar o layout, ir ate o atributo background, e escolher a cor.</a:t>
            </a:r>
          </a:p>
          <a:p>
            <a:r>
              <a:rPr lang="pt-BR" dirty="0"/>
              <a:t>Ou aqui nos atributos do background do layout, escrever </a:t>
            </a:r>
            <a:r>
              <a:rPr lang="pt-BR" dirty="0" err="1"/>
              <a:t>backgroud</a:t>
            </a:r>
            <a:r>
              <a:rPr lang="pt-BR" dirty="0"/>
              <a:t>, e escolher #393939</a:t>
            </a:r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0A08148-5287-B84F-7BAC-04D6DFE84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4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99FAD-7D90-2DA1-BAE3-1A350592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F8249-3C7C-50D9-BE35-AF5B4013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3D39BF-7144-628E-F725-00E544CD49A6}"/>
              </a:ext>
            </a:extLst>
          </p:cNvPr>
          <p:cNvSpPr txBox="1"/>
          <p:nvPr/>
        </p:nvSpPr>
        <p:spPr>
          <a:xfrm>
            <a:off x="8975399" y="1320799"/>
            <a:ext cx="2824715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colocar o botão de play, basta colocar outra </a:t>
            </a:r>
            <a:r>
              <a:rPr lang="pt-BR" dirty="0" err="1"/>
              <a:t>imageView</a:t>
            </a:r>
            <a:r>
              <a:rPr lang="pt-BR" dirty="0"/>
              <a:t>, apontando para a imagem play que esta em </a:t>
            </a:r>
            <a:r>
              <a:rPr lang="pt-BR" dirty="0" err="1"/>
              <a:t>drawable</a:t>
            </a:r>
            <a:r>
              <a:rPr lang="pt-BR" dirty="0"/>
              <a:t>.</a:t>
            </a:r>
          </a:p>
          <a:p>
            <a:r>
              <a:rPr lang="pt-BR" dirty="0"/>
              <a:t>Temos que centralizar ela dentro da </a:t>
            </a:r>
            <a:r>
              <a:rPr lang="pt-BR" dirty="0" err="1"/>
              <a:t>imageView</a:t>
            </a:r>
            <a:r>
              <a:rPr lang="pt-BR" dirty="0"/>
              <a:t> que esta por baixo.</a:t>
            </a:r>
          </a:p>
          <a:p>
            <a:r>
              <a:rPr lang="pt-BR" dirty="0"/>
              <a:t>Ao clicarmos nesse elemento, vamos mudar de tela e rodar o filme, por isso eh necessário que se coloque um id para ele.</a:t>
            </a:r>
          </a:p>
          <a:p>
            <a:r>
              <a:rPr lang="pt-BR" dirty="0"/>
              <a:t>Mas a boa pratica eh colocar id em todos.</a:t>
            </a:r>
          </a:p>
        </p:txBody>
      </p:sp>
      <p:pic>
        <p:nvPicPr>
          <p:cNvPr id="8" name="Espaço Reservado para Conteúdo 7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15EF5A2-33EB-68D1-2CD9-8C362D25F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7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4CDA-8FBD-52BF-253F-AB2DCEBD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3F70E-1010-7F81-34D8-CF2CE43F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540F81F7-5359-F5AE-BD79-EB0F47889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816710A-5663-9617-75FA-CDF6DBB8AF3E}"/>
              </a:ext>
            </a:extLst>
          </p:cNvPr>
          <p:cNvSpPr txBox="1"/>
          <p:nvPr/>
        </p:nvSpPr>
        <p:spPr>
          <a:xfrm>
            <a:off x="5700713" y="3429000"/>
            <a:ext cx="619941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colocar o titulo do filme, podemos digitar </a:t>
            </a:r>
            <a:r>
              <a:rPr lang="pt-BR" b="1" dirty="0" err="1"/>
              <a:t>TextView</a:t>
            </a:r>
            <a:r>
              <a:rPr lang="pt-BR" b="1" dirty="0"/>
              <a:t> </a:t>
            </a:r>
            <a:r>
              <a:rPr lang="pt-BR" dirty="0"/>
              <a:t>que é o elemento que contem o texto e digitar as propriedades:</a:t>
            </a:r>
          </a:p>
          <a:p>
            <a:pPr>
              <a:tabLst>
                <a:tab pos="1428750" algn="l"/>
              </a:tabLst>
            </a:pPr>
            <a:r>
              <a:rPr lang="pt-BR" b="1" dirty="0" err="1"/>
              <a:t>textSize</a:t>
            </a:r>
            <a:r>
              <a:rPr lang="pt-BR" b="1" dirty="0"/>
              <a:t>  </a:t>
            </a:r>
            <a:r>
              <a:rPr lang="pt-BR" dirty="0"/>
              <a:t>	para o tamanho da letra</a:t>
            </a:r>
          </a:p>
          <a:p>
            <a:pPr>
              <a:tabLst>
                <a:tab pos="1428750" algn="l"/>
              </a:tabLst>
            </a:pPr>
            <a:r>
              <a:rPr lang="pt-BR" b="1" dirty="0"/>
              <a:t>24sp	</a:t>
            </a:r>
            <a:r>
              <a:rPr lang="pt-BR" dirty="0"/>
              <a:t>tamanho da letra (em)</a:t>
            </a:r>
            <a:endParaRPr lang="pt-BR" b="1" dirty="0"/>
          </a:p>
          <a:p>
            <a:pPr>
              <a:tabLst>
                <a:tab pos="1428750" algn="l"/>
              </a:tabLst>
            </a:pPr>
            <a:r>
              <a:rPr lang="pt-BR" b="1" dirty="0" err="1"/>
              <a:t>Text</a:t>
            </a:r>
            <a:r>
              <a:rPr lang="pt-BR" b="1" dirty="0"/>
              <a:t> </a:t>
            </a:r>
            <a:r>
              <a:rPr lang="pt-BR" dirty="0"/>
              <a:t>	para digitar o titulo do filme</a:t>
            </a:r>
          </a:p>
          <a:p>
            <a:pPr>
              <a:tabLst>
                <a:tab pos="1428750" algn="l"/>
              </a:tabLst>
            </a:pPr>
            <a:r>
              <a:rPr lang="pt-BR" dirty="0"/>
              <a:t>Agora percebam que apesar de termos digitado o </a:t>
            </a:r>
            <a:r>
              <a:rPr lang="pt-BR" dirty="0" err="1"/>
              <a:t>TextView</a:t>
            </a:r>
            <a:r>
              <a:rPr lang="pt-BR" dirty="0"/>
              <a:t> em baixo do </a:t>
            </a:r>
            <a:r>
              <a:rPr lang="pt-BR" dirty="0" err="1"/>
              <a:t>ImageView</a:t>
            </a:r>
            <a:r>
              <a:rPr lang="pt-BR" dirty="0"/>
              <a:t>, ele apareceu </a:t>
            </a:r>
            <a:r>
              <a:rPr lang="pt-BR" dirty="0" err="1"/>
              <a:t>la</a:t>
            </a:r>
            <a:r>
              <a:rPr lang="pt-BR" dirty="0"/>
              <a:t> em cima. </a:t>
            </a:r>
          </a:p>
          <a:p>
            <a:pPr>
              <a:tabLst>
                <a:tab pos="1428750" algn="l"/>
              </a:tabLst>
            </a:pPr>
            <a:r>
              <a:rPr lang="pt-BR" dirty="0"/>
              <a:t>Isso porque temos que ancorar ele embaixo.</a:t>
            </a:r>
          </a:p>
        </p:txBody>
      </p:sp>
    </p:spTree>
    <p:extLst>
      <p:ext uri="{BB962C8B-B14F-4D97-AF65-F5344CB8AC3E}">
        <p14:creationId xmlns:p14="http://schemas.microsoft.com/office/powerpoint/2010/main" val="2718976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5699-6FA3-775C-F8B7-8F642AC4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E704F-595C-F699-B1C9-C6680617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E6EC07D-C457-3D93-CFDE-BFF404076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624D002-D610-C946-AA48-55C7B3CB3AE0}"/>
              </a:ext>
            </a:extLst>
          </p:cNvPr>
          <p:cNvSpPr txBox="1"/>
          <p:nvPr/>
        </p:nvSpPr>
        <p:spPr>
          <a:xfrm>
            <a:off x="8243889" y="1320799"/>
            <a:ext cx="3556226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Temos que informar que a parte de cima do elemento </a:t>
            </a:r>
            <a:r>
              <a:rPr lang="pt-BR" dirty="0" err="1"/>
              <a:t>TextView</a:t>
            </a:r>
            <a:r>
              <a:rPr lang="pt-BR" dirty="0"/>
              <a:t> vai ficar grudado na parte de baixo do elemento </a:t>
            </a:r>
            <a:r>
              <a:rPr lang="pt-BR" dirty="0" err="1"/>
              <a:t>ImageView</a:t>
            </a:r>
            <a:r>
              <a:rPr lang="pt-BR" dirty="0"/>
              <a:t>.</a:t>
            </a:r>
          </a:p>
          <a:p>
            <a:r>
              <a:rPr lang="pt-BR" dirty="0"/>
              <a:t>Para isso temos que ter os ids desses elementos:</a:t>
            </a:r>
          </a:p>
          <a:p>
            <a:pPr>
              <a:tabLst>
                <a:tab pos="1528763" algn="l"/>
              </a:tabLst>
            </a:pPr>
            <a:r>
              <a:rPr lang="pt-BR" dirty="0" err="1"/>
              <a:t>textView</a:t>
            </a:r>
            <a:r>
              <a:rPr lang="pt-BR" dirty="0"/>
              <a:t>	</a:t>
            </a:r>
            <a:r>
              <a:rPr lang="pt-BR" b="1" dirty="0" err="1"/>
              <a:t>txt_titulo</a:t>
            </a:r>
            <a:endParaRPr lang="pt-BR" b="1" dirty="0"/>
          </a:p>
          <a:p>
            <a:pPr>
              <a:tabLst>
                <a:tab pos="1528763" algn="l"/>
              </a:tabLst>
            </a:pPr>
            <a:r>
              <a:rPr lang="pt-BR" dirty="0" err="1"/>
              <a:t>ImgeView</a:t>
            </a:r>
            <a:r>
              <a:rPr lang="pt-BR" dirty="0"/>
              <a:t>	</a:t>
            </a:r>
            <a:r>
              <a:rPr lang="pt-BR" b="1" dirty="0" err="1"/>
              <a:t>imageView</a:t>
            </a:r>
            <a:endParaRPr lang="pt-BR" b="1" dirty="0"/>
          </a:p>
          <a:p>
            <a:pPr>
              <a:tabLst>
                <a:tab pos="1528763" algn="l"/>
              </a:tabLst>
            </a:pPr>
            <a:r>
              <a:rPr lang="pt-BR" b="1" dirty="0" err="1"/>
              <a:t>topToTop</a:t>
            </a:r>
            <a:r>
              <a:rPr lang="pt-BR" b="1" dirty="0"/>
              <a:t>	</a:t>
            </a:r>
            <a:r>
              <a:rPr lang="pt-BR" dirty="0"/>
              <a:t>topo com topo</a:t>
            </a:r>
          </a:p>
          <a:p>
            <a:pPr>
              <a:tabLst>
                <a:tab pos="1528763" algn="l"/>
              </a:tabLst>
            </a:pPr>
            <a:r>
              <a:rPr lang="pt-BR" b="1" dirty="0" err="1"/>
              <a:t>topToBottom</a:t>
            </a:r>
            <a:r>
              <a:rPr lang="pt-BR" dirty="0"/>
              <a:t>	topo com a parte de baixo</a:t>
            </a:r>
          </a:p>
          <a:p>
            <a:pPr>
              <a:tabLst>
                <a:tab pos="1528763" algn="l"/>
              </a:tabLst>
            </a:pPr>
            <a:r>
              <a:rPr lang="pt-BR" b="1" dirty="0" err="1"/>
              <a:t>startToStart</a:t>
            </a:r>
            <a:r>
              <a:rPr lang="pt-BR" b="1" dirty="0"/>
              <a:t>	</a:t>
            </a:r>
            <a:r>
              <a:rPr lang="pt-BR" dirty="0"/>
              <a:t>parte direita com parte direita</a:t>
            </a:r>
          </a:p>
          <a:p>
            <a:pPr>
              <a:tabLst>
                <a:tab pos="1528763" algn="l"/>
              </a:tabLst>
            </a:pPr>
            <a:r>
              <a:rPr lang="pt-BR" b="1" dirty="0" err="1"/>
              <a:t>startToEnd</a:t>
            </a:r>
            <a:r>
              <a:rPr lang="pt-BR" b="1" dirty="0"/>
              <a:t>	</a:t>
            </a:r>
            <a:r>
              <a:rPr lang="pt-BR" dirty="0"/>
              <a:t>direita com a esquerda</a:t>
            </a:r>
          </a:p>
          <a:p>
            <a:pPr>
              <a:tabLst>
                <a:tab pos="1528763" algn="l"/>
              </a:tabLst>
            </a:pPr>
            <a:r>
              <a:rPr lang="pt-BR" b="1" dirty="0" err="1"/>
              <a:t>endToEnd</a:t>
            </a:r>
            <a:r>
              <a:rPr lang="pt-BR" b="1" dirty="0"/>
              <a:t>	</a:t>
            </a:r>
            <a:r>
              <a:rPr lang="pt-BR" dirty="0"/>
              <a:t>esquerda com esquerda</a:t>
            </a:r>
            <a:endParaRPr lang="pt-BR" b="1" dirty="0"/>
          </a:p>
          <a:p>
            <a:pPr>
              <a:tabLst>
                <a:tab pos="1528763" algn="l"/>
              </a:tabLst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521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99F7-38C7-7051-F6F6-D157BF76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19BF1-3FC4-09D0-3EDA-ABBF3140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CD07BC-9EF6-629E-886B-FD9D250550CE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parte de cima do elemento </a:t>
            </a:r>
            <a:r>
              <a:rPr lang="pt-BR" dirty="0" err="1"/>
              <a:t>TextView</a:t>
            </a:r>
            <a:r>
              <a:rPr lang="pt-BR" dirty="0"/>
              <a:t> ligada com a parte de baixo do elemento </a:t>
            </a:r>
            <a:r>
              <a:rPr lang="pt-BR" dirty="0" err="1"/>
              <a:t>imageView</a:t>
            </a:r>
            <a:r>
              <a:rPr lang="pt-BR" dirty="0"/>
              <a:t>.</a:t>
            </a:r>
          </a:p>
          <a:p>
            <a:r>
              <a:rPr lang="pt-BR" dirty="0"/>
              <a:t>Isso traz o titulo para baixo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E5322A15-0E82-B50D-5406-2BA6E7E18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3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BC4F-3DEB-349C-8FDE-F1100651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390C1-3838-8F60-3355-9FC7B3B9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CCDB34-DC5C-A145-C63B-F9A245833B5E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coloquei então o </a:t>
            </a:r>
            <a:r>
              <a:rPr lang="pt-BR" b="1" dirty="0" err="1"/>
              <a:t>topToBottomOf</a:t>
            </a:r>
            <a:r>
              <a:rPr lang="pt-BR" b="1" dirty="0"/>
              <a:t> </a:t>
            </a:r>
            <a:r>
              <a:rPr lang="pt-BR" dirty="0"/>
              <a:t>do </a:t>
            </a:r>
            <a:r>
              <a:rPr lang="pt-BR" dirty="0" err="1"/>
              <a:t>imageView</a:t>
            </a:r>
            <a:r>
              <a:rPr lang="pt-BR" dirty="0"/>
              <a:t> e </a:t>
            </a:r>
            <a:r>
              <a:rPr lang="pt-BR" b="1" dirty="0" err="1"/>
              <a:t>startToStart</a:t>
            </a:r>
            <a:r>
              <a:rPr lang="pt-BR" b="1" dirty="0"/>
              <a:t> </a:t>
            </a:r>
            <a:r>
              <a:rPr lang="pt-BR" dirty="0"/>
              <a:t>do parente que eh o container pai, o próprio layout</a:t>
            </a:r>
          </a:p>
          <a:p>
            <a:r>
              <a:rPr lang="pt-BR" dirty="0"/>
              <a:t>Coloquei também uma margem de 10dp para separar da imagem e da margem esquerda.</a:t>
            </a:r>
          </a:p>
        </p:txBody>
      </p:sp>
      <p:pic>
        <p:nvPicPr>
          <p:cNvPr id="10" name="Espaço Reservado para Conteúdo 9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EFF8B71D-DAD4-1BF3-0A7F-D644D96C2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3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1519-B6DB-2FAC-53AC-D0E8D821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C1B24-5880-51B7-49D2-D0D85AED6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D7567D-9088-0693-8AF3-88ABAC59DD62}"/>
              </a:ext>
            </a:extLst>
          </p:cNvPr>
          <p:cNvSpPr txBox="1"/>
          <p:nvPr/>
        </p:nvSpPr>
        <p:spPr>
          <a:xfrm>
            <a:off x="8975399" y="1320799"/>
            <a:ext cx="2824715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</a:t>
            </a:r>
            <a:r>
              <a:rPr lang="pt-BR" dirty="0" err="1"/>
              <a:t>rattingBar</a:t>
            </a:r>
            <a:r>
              <a:rPr lang="pt-BR" dirty="0"/>
              <a:t> escolhi</a:t>
            </a:r>
          </a:p>
          <a:p>
            <a:r>
              <a:rPr lang="pt-BR" dirty="0"/>
              <a:t>Um estilo </a:t>
            </a:r>
            <a:r>
              <a:rPr lang="pt-BR" dirty="0" err="1"/>
              <a:t>small</a:t>
            </a:r>
            <a:r>
              <a:rPr lang="pt-BR" dirty="0"/>
              <a:t> (pequeno)</a:t>
            </a:r>
          </a:p>
          <a:p>
            <a:r>
              <a:rPr lang="pt-BR" dirty="0"/>
              <a:t>Numero de estrelas 5</a:t>
            </a:r>
          </a:p>
          <a:p>
            <a:r>
              <a:rPr lang="pt-BR" dirty="0"/>
              <a:t>Rateio 4,5</a:t>
            </a:r>
          </a:p>
          <a:p>
            <a:r>
              <a:rPr lang="pt-BR" dirty="0"/>
              <a:t>Margem 10dp</a:t>
            </a:r>
          </a:p>
          <a:p>
            <a:r>
              <a:rPr lang="pt-BR" dirty="0"/>
              <a:t>E liguei a parte de cima com a parte de baixo do </a:t>
            </a:r>
            <a:r>
              <a:rPr lang="pt-BR" dirty="0" err="1"/>
              <a:t>txtTemporada</a:t>
            </a:r>
            <a:r>
              <a:rPr lang="pt-BR" dirty="0"/>
              <a:t> e a parte da direita com a parte da direita do layout, que eh o pai.</a:t>
            </a:r>
          </a:p>
          <a:p>
            <a:r>
              <a:rPr lang="pt-BR" dirty="0"/>
              <a:t>Lembrando que tem que ter ao menos uma horizontal e uma vertical para fazer um ponto de intercessão</a:t>
            </a:r>
          </a:p>
          <a:p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383D9E6-E9B7-7928-C00C-CC6646BD6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1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E2CE-C4AD-3414-4EC0-D5BB34BE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A300E-4119-7712-C03E-6098B47D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D19A15-EE82-37B5-8DB8-A0636F621F67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Essa tela seria muito mais fácil se desenhada com o </a:t>
            </a:r>
            <a:r>
              <a:rPr lang="pt-BR" b="1" dirty="0" err="1"/>
              <a:t>LinearLayout</a:t>
            </a:r>
            <a:r>
              <a:rPr lang="pt-BR" b="1" dirty="0"/>
              <a:t>, </a:t>
            </a:r>
            <a:r>
              <a:rPr lang="pt-BR" dirty="0"/>
              <a:t>um layout onde os elementos já ficam um abaixo do outro e não precisamos fixar.</a:t>
            </a:r>
          </a:p>
          <a:p>
            <a:r>
              <a:rPr lang="pt-BR" dirty="0"/>
              <a:t>Mas estamos aprendendo esse estilo de layout que apesar de mais difícil no começo, eh bem mais completo.</a:t>
            </a:r>
          </a:p>
        </p:txBody>
      </p:sp>
      <p:pic>
        <p:nvPicPr>
          <p:cNvPr id="14" name="Espaço Reservado para Conteúdo 1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15E91DCF-C696-79B7-CD6A-9327B119F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02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D3F5-680B-D93D-38F3-AC88903A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400F6-2CE0-EB51-3536-E5CD9454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ECCE84-AB3F-DB4C-4726-0D10DEEE6465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Fiz duas alterações:</a:t>
            </a:r>
          </a:p>
          <a:p>
            <a:r>
              <a:rPr lang="pt-BR" dirty="0"/>
              <a:t>Mudei a cor das estrelinhas dos favoritos na linha 47 e diminui o tamanho do texto da descrição para 16sp linha 58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C661B2E7-C2CC-95E9-B97B-FC727BC29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5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E7B5-0FEA-AF11-147F-4EF0A202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8C702-C6AE-BF3C-0E0E-9F7D2029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24E53D3-2633-81DF-6A35-18F06A0E9483}"/>
              </a:ext>
            </a:extLst>
          </p:cNvPr>
          <p:cNvSpPr txBox="1"/>
          <p:nvPr/>
        </p:nvSpPr>
        <p:spPr>
          <a:xfrm>
            <a:off x="8975399" y="1320799"/>
            <a:ext cx="2824715" cy="624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B3E4B2B-09B7-1CB0-713C-7337A02B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" name="Imagem 6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E8D3C645-F81E-94CA-47FC-4CCDC663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49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0D43-D894-7C30-CCDC-F585FC4A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82A2F-51D8-544B-C0F9-1BB5E258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9EC1AD-F4C9-8940-8BF3-54243228BFA7}"/>
              </a:ext>
            </a:extLst>
          </p:cNvPr>
          <p:cNvSpPr txBox="1"/>
          <p:nvPr/>
        </p:nvSpPr>
        <p:spPr>
          <a:xfrm>
            <a:off x="7743826" y="2690336"/>
            <a:ext cx="4099151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Ajustei as margens para dar mais um respiro</a:t>
            </a:r>
          </a:p>
          <a:p>
            <a:r>
              <a:rPr lang="pt-BR" dirty="0"/>
              <a:t>E justifiquei o texto da descrição com </a:t>
            </a:r>
          </a:p>
          <a:p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android:justificationMode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="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inter_word</a:t>
            </a:r>
            <a:r>
              <a:rPr lang="pt-BR" dirty="0"/>
              <a:t>"</a:t>
            </a:r>
          </a:p>
          <a:p>
            <a:endParaRPr lang="pt-BR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24F31FD0-E7E4-F657-B71E-1F0986D7C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0" y="124039"/>
            <a:ext cx="3114675" cy="660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5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8205-6A08-8703-C710-B6C69BA2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3B7FF-D1D4-9296-60A3-30BD15EA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A55F1D-4D44-0E58-1A22-94FD42A2062C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Essa linha é responsável por mostrar o app em tela cheia.</a:t>
            </a:r>
          </a:p>
          <a:p>
            <a:r>
              <a:rPr lang="pt-BR" dirty="0"/>
              <a:t>Ao comentar ou excluir essa linha, vai aparecer a barra de status do dispositivo.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4BC8881-8D18-5402-D4F1-2645A0B49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40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D2A8-01F1-E063-4E26-06ABBD40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7C611-482F-5E8B-4DED-09D7B09D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345B5-DCA6-A866-8CF3-EFF04FE3CC39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barra de status é a barra azul em cima que mostra o status do celular.</a:t>
            </a:r>
          </a:p>
          <a:p>
            <a:r>
              <a:rPr lang="pt-BR" dirty="0"/>
              <a:t>Podemos mudar a cor dessa barra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77BEB165-2349-A112-4DDB-DEE87F95C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7796" y="286849"/>
            <a:ext cx="2824715" cy="628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06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1FAB-FFE8-C27D-02C8-CA85B77E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A4E5F-8BE9-B556-5B1A-3E5FBD8F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2D155D-2ADB-A19A-2DF3-8D80404B9B1E}"/>
              </a:ext>
            </a:extLst>
          </p:cNvPr>
          <p:cNvSpPr txBox="1"/>
          <p:nvPr/>
        </p:nvSpPr>
        <p:spPr>
          <a:xfrm>
            <a:off x="8975399" y="1320799"/>
            <a:ext cx="282471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isso ajuste o tema criando a cor do </a:t>
            </a:r>
            <a:r>
              <a:rPr lang="pt-BR" dirty="0" err="1"/>
              <a:t>statusBarColor</a:t>
            </a:r>
            <a:r>
              <a:rPr lang="pt-BR" dirty="0"/>
              <a:t> dentro do tema.</a:t>
            </a:r>
          </a:p>
          <a:p>
            <a:r>
              <a:rPr lang="pt-BR" dirty="0"/>
              <a:t>Aqui mudei para vermelho escuro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0E0424EF-B389-09FE-6617-C9BCF704D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  <p:pic>
        <p:nvPicPr>
          <p:cNvPr id="10" name="Imagem 9" descr="Desenho de personagem&#10;&#10;O conteúdo gerado por IA pode estar incorreto.">
            <a:extLst>
              <a:ext uri="{FF2B5EF4-FFF2-40B4-BE49-F238E27FC236}">
                <a16:creationId xmlns:a16="http://schemas.microsoft.com/office/drawing/2014/main" id="{1F2AF0CE-7599-D203-568E-01A89132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5"/>
          <a:stretch>
            <a:fillRect/>
          </a:stretch>
        </p:blipFill>
        <p:spPr>
          <a:xfrm>
            <a:off x="5367130" y="3571875"/>
            <a:ext cx="2972215" cy="178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14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17E5-B1B6-162E-D384-4F2F2DF8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97FC1-F9AA-D8D9-2E48-7C12114E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6A71EB-6B7C-1B7D-55E8-67A5C0511A36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o usuário clicar no play, vamos ter que mudar de tela para apresentar o vídeo.</a:t>
            </a:r>
          </a:p>
          <a:p>
            <a:r>
              <a:rPr lang="pt-BR" dirty="0"/>
              <a:t>Para isso vamos criar uma nova </a:t>
            </a:r>
            <a:r>
              <a:rPr lang="pt-BR" dirty="0" err="1"/>
              <a:t>activity</a:t>
            </a:r>
            <a:r>
              <a:rPr lang="pt-BR" dirty="0"/>
              <a:t>, pois uma </a:t>
            </a:r>
            <a:r>
              <a:rPr lang="pt-BR" dirty="0" err="1"/>
              <a:t>activity</a:t>
            </a:r>
            <a:r>
              <a:rPr lang="pt-BR" dirty="0"/>
              <a:t> é o conjunto de tela mais código.</a:t>
            </a:r>
          </a:p>
          <a:p>
            <a:r>
              <a:rPr lang="pt-BR" dirty="0" err="1"/>
              <a:t>Botao</a:t>
            </a:r>
            <a:r>
              <a:rPr lang="pt-BR" dirty="0"/>
              <a:t> direito no pacote </a:t>
            </a:r>
            <a:r>
              <a:rPr lang="pt-BR" b="1" dirty="0"/>
              <a:t>new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b="1" dirty="0" err="1"/>
              <a:t>empty</a:t>
            </a:r>
            <a:r>
              <a:rPr lang="pt-BR" b="1" dirty="0"/>
              <a:t> </a:t>
            </a:r>
            <a:r>
              <a:rPr lang="pt-BR" b="1" dirty="0" err="1"/>
              <a:t>views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A4015BE-F8AD-2DF0-8AE4-4C60B711A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21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E603-B7E0-FB3F-47F3-F01032A7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B65BA-93C8-99B7-F2C3-937B9A52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87C7A6-E09D-C4EB-0A9D-13D29AA73B31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Nomear como </a:t>
            </a:r>
            <a:r>
              <a:rPr lang="pt-BR" dirty="0" err="1"/>
              <a:t>PlayActivity</a:t>
            </a:r>
            <a:r>
              <a:rPr lang="pt-BR" dirty="0"/>
              <a:t> e clicar em </a:t>
            </a:r>
            <a:r>
              <a:rPr lang="pt-BR" dirty="0" err="1"/>
              <a:t>finish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70EEA825-5B4C-BA67-7D2C-0DBA49DFC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86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E4D6-96B9-78ED-7870-186A59A4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2BAD3-5897-F157-9292-3B213907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025CF9-57B5-9BB6-1380-92A4E9CD2DEE}"/>
              </a:ext>
            </a:extLst>
          </p:cNvPr>
          <p:cNvSpPr txBox="1"/>
          <p:nvPr/>
        </p:nvSpPr>
        <p:spPr>
          <a:xfrm>
            <a:off x="8975399" y="1320799"/>
            <a:ext cx="2824715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o usuário clicar no play, (</a:t>
            </a:r>
            <a:r>
              <a:rPr lang="pt-BR" dirty="0" err="1"/>
              <a:t>imageExecutar</a:t>
            </a:r>
            <a:r>
              <a:rPr lang="pt-BR" dirty="0"/>
              <a:t>), temos que mudar de tela para a tela que acabamos de criar.</a:t>
            </a:r>
          </a:p>
          <a:p>
            <a:r>
              <a:rPr lang="pt-BR" dirty="0"/>
              <a:t>Para isso vamos ligar esse elemento ao código com o método </a:t>
            </a:r>
            <a:r>
              <a:rPr lang="pt-BR" b="1" dirty="0" err="1"/>
              <a:t>findViewById</a:t>
            </a:r>
            <a:r>
              <a:rPr lang="pt-BR" b="1" dirty="0"/>
              <a:t>().</a:t>
            </a:r>
          </a:p>
          <a:p>
            <a:endParaRPr lang="pt-BR" dirty="0"/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697F4EB6-5D69-EF31-6A52-74C33B90D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21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7EA7-14B0-AF36-1A9F-C236530E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30861-9550-390E-6AAD-852AD593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A48116-33D7-0D4E-A797-0A0255868B1F}"/>
              </a:ext>
            </a:extLst>
          </p:cNvPr>
          <p:cNvSpPr txBox="1"/>
          <p:nvPr/>
        </p:nvSpPr>
        <p:spPr>
          <a:xfrm>
            <a:off x="8975399" y="1320799"/>
            <a:ext cx="28247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ao clicar já estamos navegando ate a nova pagina, o que falta eh desenhar ela agora.</a:t>
            </a:r>
          </a:p>
        </p:txBody>
      </p:sp>
      <p:pic>
        <p:nvPicPr>
          <p:cNvPr id="4" name="Espaço Reservado para Conteúdo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71E97E0A-149E-2A7E-FA44-3A43659FC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32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2760A-6986-3BEF-0E44-EE9C1172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B5713-582B-D26A-B479-AC492633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ABB347-7232-B468-7ECD-F3E40015ED45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Comecamos</a:t>
            </a:r>
            <a:r>
              <a:rPr lang="pt-BR" dirty="0"/>
              <a:t> declarando esse elemento na </a:t>
            </a:r>
            <a:r>
              <a:rPr lang="pt-BR" dirty="0" err="1"/>
              <a:t>MainActivity</a:t>
            </a:r>
            <a:r>
              <a:rPr lang="pt-BR" dirty="0"/>
              <a:t> e depois ligamos com o </a:t>
            </a:r>
            <a:r>
              <a:rPr lang="pt-BR" b="1" dirty="0" err="1"/>
              <a:t>findViewById</a:t>
            </a:r>
            <a:r>
              <a:rPr lang="pt-BR" b="1" dirty="0"/>
              <a:t>()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B57CDEF-FA4B-0E68-9595-F41B83638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92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1646-7C18-E2FD-CCFA-74888E78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739CD-043D-A898-6780-C29773F2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672636-DF00-2EC9-AAC4-AEB1C8F275EE}"/>
              </a:ext>
            </a:extLst>
          </p:cNvPr>
          <p:cNvSpPr txBox="1"/>
          <p:nvPr/>
        </p:nvSpPr>
        <p:spPr>
          <a:xfrm>
            <a:off x="8975399" y="1320799"/>
            <a:ext cx="2824715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</a:t>
            </a:r>
            <a:r>
              <a:rPr lang="pt-BR" b="1" dirty="0" err="1"/>
              <a:t>setOnClickListener</a:t>
            </a:r>
            <a:r>
              <a:rPr lang="pt-BR" b="1" dirty="0"/>
              <a:t> </a:t>
            </a:r>
            <a:r>
              <a:rPr lang="pt-BR" dirty="0"/>
              <a:t> cria um evento de clique na imagem, e dentro do </a:t>
            </a:r>
            <a:r>
              <a:rPr lang="pt-BR" b="1" dirty="0" err="1"/>
              <a:t>onClick</a:t>
            </a:r>
            <a:r>
              <a:rPr lang="pt-BR" b="1" dirty="0"/>
              <a:t>() </a:t>
            </a:r>
            <a:r>
              <a:rPr lang="pt-BR" dirty="0"/>
              <a:t>colocamos o que queremos que </a:t>
            </a:r>
            <a:r>
              <a:rPr lang="pt-BR" dirty="0" err="1"/>
              <a:t>aconteca</a:t>
            </a:r>
            <a:r>
              <a:rPr lang="pt-BR" dirty="0"/>
              <a:t> ao clicar.</a:t>
            </a:r>
          </a:p>
          <a:p>
            <a:r>
              <a:rPr lang="pt-BR" dirty="0"/>
              <a:t>Queremos mudar de tela para a nova tela que criamos, então usamos a classe </a:t>
            </a:r>
            <a:r>
              <a:rPr lang="pt-BR" b="1" dirty="0" err="1"/>
              <a:t>Intent</a:t>
            </a:r>
            <a:r>
              <a:rPr lang="pt-BR" b="1" dirty="0"/>
              <a:t> – </a:t>
            </a:r>
            <a:r>
              <a:rPr lang="pt-BR" dirty="0"/>
              <a:t>intenção.</a:t>
            </a:r>
          </a:p>
          <a:p>
            <a:r>
              <a:rPr lang="pt-BR" dirty="0"/>
              <a:t>Temos a intenção de sair da tela que estamos </a:t>
            </a:r>
            <a:r>
              <a:rPr lang="pt-BR" b="1" dirty="0" err="1"/>
              <a:t>MainActivity.this</a:t>
            </a:r>
            <a:r>
              <a:rPr lang="pt-BR" b="1" dirty="0"/>
              <a:t> </a:t>
            </a:r>
            <a:r>
              <a:rPr lang="pt-BR" dirty="0"/>
              <a:t>e abrir a </a:t>
            </a:r>
            <a:r>
              <a:rPr lang="pt-BR" b="1" dirty="0" err="1"/>
              <a:t>PlayerActivity.class</a:t>
            </a:r>
            <a:r>
              <a:rPr lang="pt-BR" b="1" dirty="0"/>
              <a:t>.</a:t>
            </a:r>
          </a:p>
          <a:p>
            <a:r>
              <a:rPr lang="pt-BR" dirty="0"/>
              <a:t>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startActivity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executa a transição.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5C44885-34DA-05BA-FFB8-BD151BD31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76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8FD0-700D-557E-939E-4F435190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D7606-0C8A-9DF2-418C-02455CCD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94F0E4-8152-1F5B-5725-15D6B3133D6E}"/>
              </a:ext>
            </a:extLst>
          </p:cNvPr>
          <p:cNvSpPr txBox="1"/>
          <p:nvPr/>
        </p:nvSpPr>
        <p:spPr>
          <a:xfrm>
            <a:off x="8975399" y="1320799"/>
            <a:ext cx="2824715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Depois disso essa sequencia de três comandos vai executar o vídeo</a:t>
            </a:r>
          </a:p>
          <a:p>
            <a:r>
              <a:rPr lang="pt-BR" b="1" dirty="0" err="1"/>
              <a:t>setMediaController</a:t>
            </a:r>
            <a:r>
              <a:rPr lang="pt-BR" b="1" dirty="0"/>
              <a:t> </a:t>
            </a:r>
            <a:r>
              <a:rPr lang="pt-BR" dirty="0"/>
              <a:t>cria os controles do vídeo (tem que criar um objeto </a:t>
            </a:r>
            <a:r>
              <a:rPr lang="pt-BR" dirty="0" err="1"/>
              <a:t>MediaController</a:t>
            </a:r>
            <a:r>
              <a:rPr lang="pt-BR" dirty="0"/>
              <a:t> passando o contexto)</a:t>
            </a:r>
          </a:p>
          <a:p>
            <a:r>
              <a:rPr lang="pt-BR" b="1" dirty="0" err="1"/>
              <a:t>setVideoPath</a:t>
            </a:r>
            <a:r>
              <a:rPr lang="pt-BR" b="1" dirty="0"/>
              <a:t> </a:t>
            </a:r>
            <a:r>
              <a:rPr lang="pt-BR" dirty="0"/>
              <a:t>localiza o endereço do vídeo.</a:t>
            </a:r>
          </a:p>
          <a:p>
            <a:r>
              <a:rPr lang="pt-BR" dirty="0"/>
              <a:t>Precisamos passar o endereço, mas o nome do pacote ( como método </a:t>
            </a:r>
            <a:r>
              <a:rPr lang="pt-BR" b="1" dirty="0" err="1"/>
              <a:t>getPackageName</a:t>
            </a:r>
            <a:r>
              <a:rPr lang="pt-BR" b="1" dirty="0"/>
              <a:t>() </a:t>
            </a:r>
            <a:r>
              <a:rPr lang="pt-BR" dirty="0"/>
              <a:t>)</a:t>
            </a:r>
          </a:p>
          <a:p>
            <a:r>
              <a:rPr lang="pt-BR" b="1" dirty="0"/>
              <a:t>Start </a:t>
            </a:r>
            <a:r>
              <a:rPr lang="pt-BR" dirty="0"/>
              <a:t>para </a:t>
            </a:r>
            <a:r>
              <a:rPr lang="pt-BR" dirty="0" err="1"/>
              <a:t>startar</a:t>
            </a:r>
            <a:r>
              <a:rPr lang="pt-BR" dirty="0"/>
              <a:t> o vídeo.</a:t>
            </a:r>
            <a:endParaRPr lang="pt-BR" b="1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85EA0B33-DCC3-4987-D913-620CF416F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42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C9A0-8485-631E-E51C-913A74E2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30732-EFB8-ED02-E113-24C24CD7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46FEAB-3FF9-BF41-3E68-779CFFAD28BD}"/>
              </a:ext>
            </a:extLst>
          </p:cNvPr>
          <p:cNvSpPr txBox="1"/>
          <p:nvPr/>
        </p:nvSpPr>
        <p:spPr>
          <a:xfrm>
            <a:off x="8761087" y="1095811"/>
            <a:ext cx="3126113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b="1" dirty="0" err="1"/>
              <a:t>setViewPath</a:t>
            </a:r>
            <a:r>
              <a:rPr lang="pt-BR" b="1" dirty="0"/>
              <a:t> </a:t>
            </a:r>
            <a:r>
              <a:rPr lang="pt-BR" dirty="0"/>
              <a:t>precisa dos argumentos:</a:t>
            </a:r>
          </a:p>
          <a:p>
            <a:r>
              <a:rPr lang="pt-BR" b="1" dirty="0"/>
              <a:t>“</a:t>
            </a:r>
            <a:r>
              <a:rPr lang="pt-BR" b="1" dirty="0" err="1"/>
              <a:t>android.resource</a:t>
            </a:r>
            <a:r>
              <a:rPr lang="pt-BR" b="1" dirty="0"/>
              <a:t>://” </a:t>
            </a:r>
            <a:r>
              <a:rPr lang="pt-BR" dirty="0"/>
              <a:t>endereço de recursos padrão</a:t>
            </a:r>
          </a:p>
          <a:p>
            <a:r>
              <a:rPr lang="pt-BR" dirty="0"/>
              <a:t>Feito isso precisamos definir o pacote que iremos utilizar.</a:t>
            </a:r>
          </a:p>
          <a:p>
            <a:r>
              <a:rPr lang="pt-BR" dirty="0" err="1"/>
              <a:t>Poderiamos</a:t>
            </a:r>
            <a:r>
              <a:rPr lang="pt-BR" dirty="0"/>
              <a:t> colocar o caminho completo do local do recurso, mas vamos usar o método </a:t>
            </a:r>
            <a:r>
              <a:rPr lang="pt-BR" b="1" dirty="0" err="1"/>
              <a:t>getPacketName</a:t>
            </a:r>
            <a:r>
              <a:rPr lang="pt-BR" b="1" dirty="0"/>
              <a:t> </a:t>
            </a:r>
            <a:r>
              <a:rPr lang="pt-BR" dirty="0"/>
              <a:t>que retorna o nome do pacote que esta o vídeo, concatenando com </a:t>
            </a:r>
            <a:r>
              <a:rPr lang="pt-BR" b="1" dirty="0"/>
              <a:t>“+”</a:t>
            </a:r>
            <a:r>
              <a:rPr lang="pt-BR" dirty="0"/>
              <a:t>.</a:t>
            </a:r>
          </a:p>
          <a:p>
            <a:r>
              <a:rPr lang="pt-BR" dirty="0"/>
              <a:t>Concatenar com a barra </a:t>
            </a:r>
            <a:r>
              <a:rPr lang="pt-BR" b="1" dirty="0"/>
              <a:t>“/”</a:t>
            </a:r>
            <a:r>
              <a:rPr lang="pt-BR" dirty="0"/>
              <a:t> e finalmente colocar o nome do vídeo que esta na pasta </a:t>
            </a:r>
            <a:r>
              <a:rPr lang="pt-BR" dirty="0" err="1"/>
              <a:t>raw</a:t>
            </a:r>
            <a:r>
              <a:rPr lang="pt-BR" dirty="0"/>
              <a:t>:</a:t>
            </a:r>
          </a:p>
          <a:p>
            <a:r>
              <a:rPr lang="pt-BR" b="1" dirty="0" err="1"/>
              <a:t>R.raw.vídeo</a:t>
            </a:r>
            <a:r>
              <a:rPr lang="pt-BR" dirty="0"/>
              <a:t>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937B05CC-3DE9-31AE-300C-8B59C27CE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27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B8DB-2A01-A8E3-CD73-7955E0EF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3D6C5-8C75-704F-5AE8-756E86BF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B9BD13-DD4C-C7C4-7D42-1F3854560B55}"/>
              </a:ext>
            </a:extLst>
          </p:cNvPr>
          <p:cNvSpPr txBox="1"/>
          <p:nvPr/>
        </p:nvSpPr>
        <p:spPr>
          <a:xfrm>
            <a:off x="8761087" y="1095811"/>
            <a:ext cx="3126113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Apenas com essas três linhas de código a gente já consegue executar o vídeo.</a:t>
            </a:r>
          </a:p>
          <a:p>
            <a:r>
              <a:rPr lang="pt-BR" dirty="0"/>
              <a:t>Primeiro nos configuramos o </a:t>
            </a:r>
            <a:r>
              <a:rPr lang="pt-BR" b="1" dirty="0" err="1"/>
              <a:t>mediaControler</a:t>
            </a:r>
            <a:r>
              <a:rPr lang="pt-BR" dirty="0"/>
              <a:t> que mostra os comando play, stop, pause</a:t>
            </a:r>
          </a:p>
          <a:p>
            <a:r>
              <a:rPr lang="pt-BR" dirty="0"/>
              <a:t>Depois usamos o </a:t>
            </a:r>
            <a:r>
              <a:rPr lang="pt-BR" b="1" dirty="0" err="1"/>
              <a:t>setVideoPath</a:t>
            </a:r>
            <a:r>
              <a:rPr lang="pt-BR" dirty="0"/>
              <a:t> para configurar o local em que esta o vídeo, localizando o nome do pacote e definindo o nome do vídeo que queremos executar.</a:t>
            </a:r>
          </a:p>
          <a:p>
            <a:r>
              <a:rPr lang="pt-BR" dirty="0"/>
              <a:t>E o </a:t>
            </a:r>
            <a:r>
              <a:rPr lang="pt-BR" b="1" dirty="0"/>
              <a:t>start</a:t>
            </a:r>
            <a:r>
              <a:rPr lang="pt-BR" dirty="0"/>
              <a:t> vai começar rodar o </a:t>
            </a:r>
            <a:r>
              <a:rPr lang="pt-BR" dirty="0" err="1"/>
              <a:t>video</a:t>
            </a:r>
            <a:endParaRPr lang="pt-BR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2FC65E1E-B8BF-90DA-763F-8555E463D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29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8E86-E8BD-6A69-AC31-A118F93B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4617B-B7E8-85A9-F409-E76B52BA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7DDAFA-B781-250C-5524-45A94DBC83B7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o vídeo já esta rodando, </a:t>
            </a:r>
            <a:r>
              <a:rPr lang="pt-BR" dirty="0" err="1"/>
              <a:t>comos</a:t>
            </a:r>
            <a:r>
              <a:rPr lang="pt-BR" dirty="0"/>
              <a:t> botões de play pause </a:t>
            </a:r>
            <a:r>
              <a:rPr lang="pt-BR" dirty="0" err="1"/>
              <a:t>retrocecer</a:t>
            </a:r>
            <a:r>
              <a:rPr lang="pt-BR" dirty="0"/>
              <a:t> ou avançar.</a:t>
            </a:r>
          </a:p>
          <a:p>
            <a:r>
              <a:rPr lang="pt-BR" dirty="0"/>
              <a:t>Agora precisamos configurar para ver o vídeo em tela na horizontal </a:t>
            </a:r>
          </a:p>
        </p:txBody>
      </p:sp>
      <p:pic>
        <p:nvPicPr>
          <p:cNvPr id="10" name="Espaço Reservado para Conteúdo 9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21726918-36AC-D6E6-5AC6-8C52C6A1B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90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CD77-DB55-8BEE-126C-B36FAB4B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1C4A9-C9B2-8F47-6E9D-12D07FE4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8AD12E-0C67-7CC9-4F19-F0E12090C7BF}"/>
              </a:ext>
            </a:extLst>
          </p:cNvPr>
          <p:cNvSpPr txBox="1"/>
          <p:nvPr/>
        </p:nvSpPr>
        <p:spPr>
          <a:xfrm>
            <a:off x="8975399" y="1320799"/>
            <a:ext cx="2824715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travar a tela na posição horizontal, abra o </a:t>
            </a:r>
            <a:r>
              <a:rPr lang="pt-BR" dirty="0" err="1"/>
              <a:t>androidmanifests</a:t>
            </a:r>
            <a:r>
              <a:rPr lang="pt-BR" dirty="0"/>
              <a:t>, e na tela da </a:t>
            </a:r>
            <a:r>
              <a:rPr lang="pt-BR" dirty="0" err="1"/>
              <a:t>activity</a:t>
            </a:r>
            <a:r>
              <a:rPr lang="pt-BR" dirty="0"/>
              <a:t> </a:t>
            </a:r>
            <a:r>
              <a:rPr lang="pt-BR" dirty="0" err="1"/>
              <a:t>PlayerActivity</a:t>
            </a:r>
            <a:r>
              <a:rPr lang="pt-BR" dirty="0"/>
              <a:t>, insira a linha 16.</a:t>
            </a:r>
          </a:p>
          <a:p>
            <a:r>
              <a:rPr lang="pt-BR" dirty="0"/>
              <a:t>Ela aparece com um </a:t>
            </a:r>
            <a:r>
              <a:rPr lang="pt-BR" dirty="0" err="1"/>
              <a:t>traco</a:t>
            </a:r>
            <a:r>
              <a:rPr lang="pt-BR" dirty="0"/>
              <a:t>, porque existem novas maneiras mais complexas de gerenciar a orientação das telas.</a:t>
            </a:r>
          </a:p>
          <a:p>
            <a:r>
              <a:rPr lang="pt-BR" dirty="0"/>
              <a:t>No nosso caso como </a:t>
            </a:r>
            <a:r>
              <a:rPr lang="pt-BR" dirty="0" err="1"/>
              <a:t>so</a:t>
            </a:r>
            <a:r>
              <a:rPr lang="pt-BR" dirty="0"/>
              <a:t> queremos mostrar na horizontal não tem problema.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9A2C7AE5-8A27-B1FB-B275-ECA1F10F1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37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42AE-302D-61C9-567A-A5D3EE945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6DC58-8CE4-B3A8-DC2B-57DA647D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4D2209-8CC8-168D-93AB-37A9B1015C4D}"/>
              </a:ext>
            </a:extLst>
          </p:cNvPr>
          <p:cNvSpPr txBox="1"/>
          <p:nvPr/>
        </p:nvSpPr>
        <p:spPr>
          <a:xfrm>
            <a:off x="9801225" y="1320799"/>
            <a:ext cx="199888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clicar em play agora já é exibida a tela na horizontal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B9E0DAC9-E1AA-0CC4-82F8-219531C3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8" y="199574"/>
            <a:ext cx="2896004" cy="6458851"/>
          </a:xfrm>
          <a:prstGeom prst="rect">
            <a:avLst/>
          </a:prstGeom>
        </p:spPr>
      </p:pic>
      <p:pic>
        <p:nvPicPr>
          <p:cNvPr id="14" name="Espaço Reservado para Conteúdo 1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2F57F278-252A-8A29-083B-126DAC481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6279" y="1690688"/>
            <a:ext cx="6165269" cy="34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84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C538-C5FD-A962-4766-27C612C7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BC683-09BD-F990-9A05-C1583790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F97E1E-DAEE-63DD-A168-2A1E45D66F06}"/>
              </a:ext>
            </a:extLst>
          </p:cNvPr>
          <p:cNvSpPr txBox="1"/>
          <p:nvPr/>
        </p:nvSpPr>
        <p:spPr>
          <a:xfrm>
            <a:off x="8792001" y="1095811"/>
            <a:ext cx="3222425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Como estamos trabalhando com vídeo, eh importante executar em tela cheia e esconder a barra de navegação para ganhar espaço.</a:t>
            </a:r>
          </a:p>
          <a:p>
            <a:r>
              <a:rPr lang="pt-BR" dirty="0"/>
              <a:t>Fazemos isso criando um objeto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decorView</a:t>
            </a:r>
            <a:r>
              <a:rPr lang="pt-BR" dirty="0"/>
              <a:t> que vai pegar as configurações da tela com o método </a:t>
            </a:r>
            <a:r>
              <a:rPr lang="pt-BR" b="1" dirty="0" err="1"/>
              <a:t>getWindow.getDecorView</a:t>
            </a:r>
            <a:r>
              <a:rPr lang="pt-BR" b="1" dirty="0"/>
              <a:t>()</a:t>
            </a:r>
          </a:p>
          <a:p>
            <a:r>
              <a:rPr lang="pt-BR" dirty="0"/>
              <a:t>Passamos as opções que queremos, no caso tela cheia e esconder barra de navegação, e usamos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setSystem.UiVisibility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(opções)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45F2868-F9CA-3D96-6E1F-66652F2C9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87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CAE6-FCC2-A77D-E298-AB68A955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35B3F-7B22-3600-3D97-C090E917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AD3EC1-39AB-F179-2BEC-ADF033209729}"/>
              </a:ext>
            </a:extLst>
          </p:cNvPr>
          <p:cNvSpPr txBox="1"/>
          <p:nvPr/>
        </p:nvSpPr>
        <p:spPr>
          <a:xfrm>
            <a:off x="8943976" y="1320799"/>
            <a:ext cx="298608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Habilidades adquiridas:</a:t>
            </a:r>
          </a:p>
          <a:p>
            <a:r>
              <a:rPr lang="pt-BR" dirty="0"/>
              <a:t>Como </a:t>
            </a:r>
            <a:r>
              <a:rPr lang="pt-BR" b="1" dirty="0"/>
              <a:t>executar</a:t>
            </a:r>
            <a:r>
              <a:rPr lang="pt-BR" dirty="0"/>
              <a:t> um vídeo</a:t>
            </a:r>
          </a:p>
          <a:p>
            <a:r>
              <a:rPr lang="pt-BR" dirty="0"/>
              <a:t>Como </a:t>
            </a:r>
            <a:r>
              <a:rPr lang="pt-BR" b="1" dirty="0"/>
              <a:t>configurar</a:t>
            </a:r>
            <a:r>
              <a:rPr lang="pt-BR" dirty="0"/>
              <a:t> um player </a:t>
            </a:r>
          </a:p>
          <a:p>
            <a:r>
              <a:rPr lang="pt-BR" dirty="0"/>
              <a:t>Como </a:t>
            </a:r>
            <a:r>
              <a:rPr lang="pt-BR" b="1" dirty="0"/>
              <a:t>ocultar</a:t>
            </a:r>
            <a:r>
              <a:rPr lang="pt-BR" dirty="0"/>
              <a:t> </a:t>
            </a:r>
            <a:r>
              <a:rPr lang="pt-BR" b="1" dirty="0"/>
              <a:t>elementos</a:t>
            </a:r>
            <a:r>
              <a:rPr lang="pt-BR" dirty="0"/>
              <a:t> da interface.</a:t>
            </a:r>
          </a:p>
        </p:txBody>
      </p:sp>
      <p:pic>
        <p:nvPicPr>
          <p:cNvPr id="9" name="Espaço Reservado para Conteúdo 8" descr="Uma imagem contendo computador&#10;&#10;O conteúdo gerado por IA pode estar incorreto.">
            <a:extLst>
              <a:ext uri="{FF2B5EF4-FFF2-40B4-BE49-F238E27FC236}">
                <a16:creationId xmlns:a16="http://schemas.microsoft.com/office/drawing/2014/main" id="{7D453D6C-A223-3107-5D32-C4B580358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88" b="9911"/>
          <a:stretch>
            <a:fillRect/>
          </a:stretch>
        </p:blipFill>
        <p:spPr>
          <a:xfrm>
            <a:off x="838200" y="1320800"/>
            <a:ext cx="7942993" cy="36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61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F4AF-3AAD-E15D-648B-47C8840D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D2B0E64-19AB-8B0C-AC39-4795D7B15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354566-CDB2-65F4-D471-F9C9AC63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54517D-0310-D8A4-FB4A-69C753E424FB}"/>
              </a:ext>
            </a:extLst>
          </p:cNvPr>
          <p:cNvSpPr txBox="1"/>
          <p:nvPr/>
        </p:nvSpPr>
        <p:spPr>
          <a:xfrm>
            <a:off x="4432930" y="3401129"/>
            <a:ext cx="3326139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>
              <a:tabLst>
                <a:tab pos="1160463" algn="l"/>
              </a:tabLst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Disciplina	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Aplicativos Mobile</a:t>
            </a:r>
          </a:p>
          <a:p>
            <a:pPr>
              <a:tabLst>
                <a:tab pos="1160463" algn="l"/>
              </a:tabLst>
            </a:pP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1160463" algn="l"/>
              </a:tabLst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Professor	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Fabio Claret</a:t>
            </a:r>
          </a:p>
        </p:txBody>
      </p:sp>
    </p:spTree>
    <p:extLst>
      <p:ext uri="{BB962C8B-B14F-4D97-AF65-F5344CB8AC3E}">
        <p14:creationId xmlns:p14="http://schemas.microsoft.com/office/powerpoint/2010/main" val="1260091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4532</TotalTime>
  <Words>1574</Words>
  <Application>Microsoft Office PowerPoint</Application>
  <PresentationFormat>Widescreen</PresentationFormat>
  <Paragraphs>120</Paragraphs>
  <Slides>43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Aptos</vt:lpstr>
      <vt:lpstr>Aptos Display</vt:lpstr>
      <vt:lpstr>Arial</vt:lpstr>
      <vt:lpstr>Tema do Office</vt:lpstr>
      <vt:lpstr>Trabalhando com vídeos.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 TRIGO DE OLIVEIRA</cp:lastModifiedBy>
  <cp:revision>10</cp:revision>
  <dcterms:created xsi:type="dcterms:W3CDTF">2026-01-28T11:28:24Z</dcterms:created>
  <dcterms:modified xsi:type="dcterms:W3CDTF">2026-01-31T15:09:39Z</dcterms:modified>
</cp:coreProperties>
</file>